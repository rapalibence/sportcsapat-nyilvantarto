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733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F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097280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Sportcsapat edzés- és jelenlét-nyilvántartó rendszer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D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Szakmai vizsgaremek – Bence és Keve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5F46"/>
          </a:solidFill>
          <a:ln w="12700">
            <a:solidFill>
              <a:srgbClr val="1F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készült?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09728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8046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7498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a jelenlétet sok helyen még papíron vagy Excelben vezetik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eredmények üzenetekben szétszórva vannak, nehéz őket visszakeresni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szülő nem lát rá, hogy a gyereke ott volt-e az edzésen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Megoldás: egy közös weboldal, amely telefonon és számítógépen is használható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edző egyszer rögzíti az adatot, a szülő azonnal látja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5F46"/>
          </a:solidFill>
          <a:ln w="12700">
            <a:solidFill>
              <a:srgbClr val="1F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mit csinál a rendszerben?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09728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8046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7498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Edző: csapatok, játékosok és edzések kezelése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Edző: edzésenként pipálja a jelenlétet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Edző: rögzíti a mérkőzések eredményét, a gólokat és a lapokat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Szülő: saját fiókkal lép be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Szülő: csak a saját gyermeke jelenlétét és statisztikáit látja, módosítani nem tud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5F46"/>
          </a:solidFill>
          <a:ln w="12700">
            <a:solidFill>
              <a:srgbClr val="1F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Hogyan működik?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09728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8046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7498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Weboldal (HTML, CSS, JavaScript): ezt használja az edző és a szülő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(ASP.NET Core, C#): ez kezeli a kéréseket és a belépést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adatbázis: 7 tábla, idegen kulcsokkal összekötve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Belépés után a szerepkör dönti el, hogy a felhasználó mit lát és mit módosíthat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5F46"/>
          </a:solidFill>
          <a:ln w="12700">
            <a:solidFill>
              <a:srgbClr val="1F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mit csinál a csapatban?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09728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8046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7498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Bence: a weboldal elkészítése, JavaScript (adatok lekérése, belépés) és CSS (kinézet, mobilos megjelenés)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Keve: az adatbázis (MySQL) megtervezése, feltöltése és a szerver oldali működés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Közösen: GitHub-használat, tesztelés és a dokumentáció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5F46"/>
          </a:solidFill>
          <a:ln w="12700">
            <a:solidFill>
              <a:srgbClr val="1F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 tartunk most?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09728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3931920" cy="502920"/>
          </a:xfrm>
          <a:prstGeom prst="rect">
            <a:avLst/>
          </a:prstGeom>
          <a:solidFill>
            <a:srgbClr val="1F5F46"/>
          </a:solidFill>
          <a:ln w="12700">
            <a:solidFill>
              <a:srgbClr val="1F5F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 megvan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931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945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tároló létrehozva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 megtervezve (7 tábla)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Kapcsolatok és EER diagram kész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Tesztadatok feltöltve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931920" cy="5029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554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Még hátra van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663440" y="2057400"/>
            <a:ext cx="3931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1945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(belépés, jogosultságok)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Weboldal: edzői és szülői felület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Tesztelés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Dokumentáció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Angol nyelvű bemutató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279</Words>
  <Application>Microsoft Office PowerPoint</Application>
  <PresentationFormat>Diavetítés a képernyőre (16:9 oldalarány)</PresentationFormat>
  <Paragraphs>41</Paragraphs>
  <Slides>6</Slides>
  <Notes>6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Rapali Bence</cp:lastModifiedBy>
  <cp:revision>1</cp:revision>
  <dcterms:created xsi:type="dcterms:W3CDTF">2026-10-06T12:15:47Z</dcterms:created>
  <dcterms:modified xsi:type="dcterms:W3CDTF">2026-10-06T12:19:45Z</dcterms:modified>
</cp:coreProperties>
</file>